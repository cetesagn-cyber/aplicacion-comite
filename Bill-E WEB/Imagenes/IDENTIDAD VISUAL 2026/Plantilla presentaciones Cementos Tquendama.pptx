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2"/>
    <p:sldId id="260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AE3C08-7363-B938-2A0C-3D09D11B253B}" v="43" dt="2026-03-19T15:48:20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84" autoAdjust="0"/>
  </p:normalViewPr>
  <p:slideViewPr>
    <p:cSldViewPr snapToGrid="0">
      <p:cViewPr varScale="1">
        <p:scale>
          <a:sx n="35" d="100"/>
          <a:sy n="35" d="100"/>
        </p:scale>
        <p:origin x="764" y="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832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 Lorena Carranza Vargas" userId="e33b6586-39ae-4ea9-a618-2077a880824a" providerId="ADAL" clId="{F282F4B3-C3DD-4B19-958E-700171B29D06}"/>
    <pc:docChg chg="undo custSel addSld delSld modSld">
      <pc:chgData name="Lizeth Lorena Carranza Vargas" userId="e33b6586-39ae-4ea9-a618-2077a880824a" providerId="ADAL" clId="{F282F4B3-C3DD-4B19-958E-700171B29D06}" dt="2026-03-05T19:43:19.629" v="79" actId="2696"/>
      <pc:docMkLst>
        <pc:docMk/>
      </pc:docMkLst>
      <pc:sldChg chg="modSp mod">
        <pc:chgData name="Lizeth Lorena Carranza Vargas" userId="e33b6586-39ae-4ea9-a618-2077a880824a" providerId="ADAL" clId="{F282F4B3-C3DD-4B19-958E-700171B29D06}" dt="2026-03-05T19:39:00.166" v="2" actId="27636"/>
        <pc:sldMkLst>
          <pc:docMk/>
          <pc:sldMk cId="293955836" sldId="258"/>
        </pc:sldMkLst>
        <pc:spChg chg="mod">
          <ac:chgData name="Lizeth Lorena Carranza Vargas" userId="e33b6586-39ae-4ea9-a618-2077a880824a" providerId="ADAL" clId="{F282F4B3-C3DD-4B19-958E-700171B29D06}" dt="2026-03-05T19:39:00.165" v="1" actId="27636"/>
          <ac:spMkLst>
            <pc:docMk/>
            <pc:sldMk cId="293955836" sldId="258"/>
            <ac:spMk id="4" creationId="{2B4A4F20-5A03-1690-E406-FE4EA460FCA5}"/>
          </ac:spMkLst>
        </pc:spChg>
        <pc:spChg chg="mod">
          <ac:chgData name="Lizeth Lorena Carranza Vargas" userId="e33b6586-39ae-4ea9-a618-2077a880824a" providerId="ADAL" clId="{F282F4B3-C3DD-4B19-958E-700171B29D06}" dt="2026-03-05T19:39:00.166" v="2" actId="27636"/>
          <ac:spMkLst>
            <pc:docMk/>
            <pc:sldMk cId="293955836" sldId="258"/>
            <ac:spMk id="5" creationId="{331CABD0-27EC-A5CD-A7F0-DF5A1E76092C}"/>
          </ac:spMkLst>
        </pc:spChg>
      </pc:sldChg>
      <pc:sldChg chg="addSp delSp modSp add mod">
        <pc:chgData name="Lizeth Lorena Carranza Vargas" userId="e33b6586-39ae-4ea9-a618-2077a880824a" providerId="ADAL" clId="{F282F4B3-C3DD-4B19-958E-700171B29D06}" dt="2026-03-05T19:42:57.674" v="77" actId="1038"/>
        <pc:sldMkLst>
          <pc:docMk/>
          <pc:sldMk cId="4257113985" sldId="259"/>
        </pc:sldMkLst>
        <pc:spChg chg="mod">
          <ac:chgData name="Lizeth Lorena Carranza Vargas" userId="e33b6586-39ae-4ea9-a618-2077a880824a" providerId="ADAL" clId="{F282F4B3-C3DD-4B19-958E-700171B29D06}" dt="2026-03-05T19:42:44.671" v="46" actId="1076"/>
          <ac:spMkLst>
            <pc:docMk/>
            <pc:sldMk cId="4257113985" sldId="259"/>
            <ac:spMk id="12" creationId="{110C0754-8315-F24C-100E-2E2030117737}"/>
          </ac:spMkLst>
        </pc:spChg>
        <pc:spChg chg="mod">
          <ac:chgData name="Lizeth Lorena Carranza Vargas" userId="e33b6586-39ae-4ea9-a618-2077a880824a" providerId="ADAL" clId="{F282F4B3-C3DD-4B19-958E-700171B29D06}" dt="2026-03-05T19:41:44.160" v="12" actId="1076"/>
          <ac:spMkLst>
            <pc:docMk/>
            <pc:sldMk cId="4257113985" sldId="259"/>
            <ac:spMk id="16" creationId="{50B51682-717A-105F-D67B-30E4A881B3AC}"/>
          </ac:spMkLst>
        </pc:spChg>
        <pc:picChg chg="add mod">
          <ac:chgData name="Lizeth Lorena Carranza Vargas" userId="e33b6586-39ae-4ea9-a618-2077a880824a" providerId="ADAL" clId="{F282F4B3-C3DD-4B19-958E-700171B29D06}" dt="2026-03-05T19:42:57.674" v="77" actId="1038"/>
          <ac:picMkLst>
            <pc:docMk/>
            <pc:sldMk cId="4257113985" sldId="259"/>
            <ac:picMk id="4" creationId="{2C45CCD9-6103-E4F1-5735-0319963B4D5C}"/>
          </ac:picMkLst>
        </pc:picChg>
        <pc:picChg chg="mod">
          <ac:chgData name="Lizeth Lorena Carranza Vargas" userId="e33b6586-39ae-4ea9-a618-2077a880824a" providerId="ADAL" clId="{F282F4B3-C3DD-4B19-958E-700171B29D06}" dt="2026-03-05T19:42:57.674" v="77" actId="1038"/>
          <ac:picMkLst>
            <pc:docMk/>
            <pc:sldMk cId="4257113985" sldId="259"/>
            <ac:picMk id="5" creationId="{49E4A171-FAA0-EEF6-5B7B-5CA53158D09C}"/>
          </ac:picMkLst>
        </pc:picChg>
        <pc:picChg chg="mod">
          <ac:chgData name="Lizeth Lorena Carranza Vargas" userId="e33b6586-39ae-4ea9-a618-2077a880824a" providerId="ADAL" clId="{F282F4B3-C3DD-4B19-958E-700171B29D06}" dt="2026-03-05T19:42:57.674" v="77" actId="1038"/>
          <ac:picMkLst>
            <pc:docMk/>
            <pc:sldMk cId="4257113985" sldId="259"/>
            <ac:picMk id="7" creationId="{0B22FC33-D1C1-123B-1DCE-D4604880E54D}"/>
          </ac:picMkLst>
        </pc:picChg>
        <pc:picChg chg="add mod">
          <ac:chgData name="Lizeth Lorena Carranza Vargas" userId="e33b6586-39ae-4ea9-a618-2077a880824a" providerId="ADAL" clId="{F282F4B3-C3DD-4B19-958E-700171B29D06}" dt="2026-03-05T19:42:57.674" v="77" actId="1038"/>
          <ac:picMkLst>
            <pc:docMk/>
            <pc:sldMk cId="4257113985" sldId="259"/>
            <ac:picMk id="9" creationId="{B7612B6D-C880-E10F-D409-6B5C3586A3AA}"/>
          </ac:picMkLst>
        </pc:picChg>
        <pc:picChg chg="mod">
          <ac:chgData name="Lizeth Lorena Carranza Vargas" userId="e33b6586-39ae-4ea9-a618-2077a880824a" providerId="ADAL" clId="{F282F4B3-C3DD-4B19-958E-700171B29D06}" dt="2026-03-05T19:41:43.947" v="11" actId="1076"/>
          <ac:picMkLst>
            <pc:docMk/>
            <pc:sldMk cId="4257113985" sldId="259"/>
            <ac:picMk id="17" creationId="{764CF871-80BE-266E-5BA9-06212E96B3AC}"/>
          </ac:picMkLst>
        </pc:picChg>
        <pc:picChg chg="mod">
          <ac:chgData name="Lizeth Lorena Carranza Vargas" userId="e33b6586-39ae-4ea9-a618-2077a880824a" providerId="ADAL" clId="{F282F4B3-C3DD-4B19-958E-700171B29D06}" dt="2026-03-05T19:41:43.947" v="11" actId="1076"/>
          <ac:picMkLst>
            <pc:docMk/>
            <pc:sldMk cId="4257113985" sldId="259"/>
            <ac:picMk id="18" creationId="{40E433DB-9D8B-87A1-2387-4C03F37BE335}"/>
          </ac:picMkLst>
        </pc:picChg>
      </pc:sldChg>
    </pc:docChg>
  </pc:docChgLst>
  <pc:docChgLst>
    <pc:chgData name="Gabriel Mauricio Niño Riaño" userId="S::gnino@cetesa.com.co::54e9d27c-6d78-4669-82e9-c138e6670e73" providerId="AD" clId="Web-{C1AE3C08-7363-B938-2A0C-3D09D11B253B}"/>
    <pc:docChg chg="addSld modSld">
      <pc:chgData name="Gabriel Mauricio Niño Riaño" userId="S::gnino@cetesa.com.co::54e9d27c-6d78-4669-82e9-c138e6670e73" providerId="AD" clId="Web-{C1AE3C08-7363-B938-2A0C-3D09D11B253B}" dt="2026-03-19T15:48:20.271" v="42" actId="20577"/>
      <pc:docMkLst>
        <pc:docMk/>
      </pc:docMkLst>
      <pc:sldChg chg="modSp">
        <pc:chgData name="Gabriel Mauricio Niño Riaño" userId="S::gnino@cetesa.com.co::54e9d27c-6d78-4669-82e9-c138e6670e73" providerId="AD" clId="Web-{C1AE3C08-7363-B938-2A0C-3D09D11B253B}" dt="2026-03-19T15:45:29.694" v="28" actId="20577"/>
        <pc:sldMkLst>
          <pc:docMk/>
          <pc:sldMk cId="293955836" sldId="258"/>
        </pc:sldMkLst>
        <pc:spChg chg="mod">
          <ac:chgData name="Gabriel Mauricio Niño Riaño" userId="S::gnino@cetesa.com.co::54e9d27c-6d78-4669-82e9-c138e6670e73" providerId="AD" clId="Web-{C1AE3C08-7363-B938-2A0C-3D09D11B253B}" dt="2026-03-19T15:45:04.272" v="9" actId="20577"/>
          <ac:spMkLst>
            <pc:docMk/>
            <pc:sldMk cId="293955836" sldId="258"/>
            <ac:spMk id="2" creationId="{999CC878-39E3-EFED-4EBD-B41F6B3BADFF}"/>
          </ac:spMkLst>
        </pc:spChg>
        <pc:spChg chg="mod">
          <ac:chgData name="Gabriel Mauricio Niño Riaño" userId="S::gnino@cetesa.com.co::54e9d27c-6d78-4669-82e9-c138e6670e73" providerId="AD" clId="Web-{C1AE3C08-7363-B938-2A0C-3D09D11B253B}" dt="2026-03-19T15:45:13.194" v="19" actId="20577"/>
          <ac:spMkLst>
            <pc:docMk/>
            <pc:sldMk cId="293955836" sldId="258"/>
            <ac:spMk id="3" creationId="{514073C1-EBDA-658F-9ADE-E4492A7DDC66}"/>
          </ac:spMkLst>
        </pc:spChg>
        <pc:spChg chg="mod">
          <ac:chgData name="Gabriel Mauricio Niño Riaño" userId="S::gnino@cetesa.com.co::54e9d27c-6d78-4669-82e9-c138e6670e73" providerId="AD" clId="Web-{C1AE3C08-7363-B938-2A0C-3D09D11B253B}" dt="2026-03-19T15:45:21.366" v="25" actId="20577"/>
          <ac:spMkLst>
            <pc:docMk/>
            <pc:sldMk cId="293955836" sldId="258"/>
            <ac:spMk id="4" creationId="{2B4A4F20-5A03-1690-E406-FE4EA460FCA5}"/>
          </ac:spMkLst>
        </pc:spChg>
        <pc:spChg chg="mod">
          <ac:chgData name="Gabriel Mauricio Niño Riaño" userId="S::gnino@cetesa.com.co::54e9d27c-6d78-4669-82e9-c138e6670e73" providerId="AD" clId="Web-{C1AE3C08-7363-B938-2A0C-3D09D11B253B}" dt="2026-03-19T15:45:29.694" v="28" actId="20577"/>
          <ac:spMkLst>
            <pc:docMk/>
            <pc:sldMk cId="293955836" sldId="258"/>
            <ac:spMk id="5" creationId="{331CABD0-27EC-A5CD-A7F0-DF5A1E76092C}"/>
          </ac:spMkLst>
        </pc:spChg>
      </pc:sldChg>
      <pc:sldChg chg="new">
        <pc:chgData name="Gabriel Mauricio Niño Riaño" userId="S::gnino@cetesa.com.co::54e9d27c-6d78-4669-82e9-c138e6670e73" providerId="AD" clId="Web-{C1AE3C08-7363-B938-2A0C-3D09D11B253B}" dt="2026-03-19T15:45:35.787" v="29"/>
        <pc:sldMkLst>
          <pc:docMk/>
          <pc:sldMk cId="3409681013" sldId="260"/>
        </pc:sldMkLst>
      </pc:sldChg>
      <pc:sldChg chg="new">
        <pc:chgData name="Gabriel Mauricio Niño Riaño" userId="S::gnino@cetesa.com.co::54e9d27c-6d78-4669-82e9-c138e6670e73" providerId="AD" clId="Web-{C1AE3C08-7363-B938-2A0C-3D09D11B253B}" dt="2026-03-19T15:46:15.459" v="30"/>
        <pc:sldMkLst>
          <pc:docMk/>
          <pc:sldMk cId="30848139" sldId="261"/>
        </pc:sldMkLst>
      </pc:sldChg>
      <pc:sldChg chg="modSp new">
        <pc:chgData name="Gabriel Mauricio Niño Riaño" userId="S::gnino@cetesa.com.co::54e9d27c-6d78-4669-82e9-c138e6670e73" providerId="AD" clId="Web-{C1AE3C08-7363-B938-2A0C-3D09D11B253B}" dt="2026-03-19T15:48:20.271" v="42" actId="20577"/>
        <pc:sldMkLst>
          <pc:docMk/>
          <pc:sldMk cId="540435110" sldId="262"/>
        </pc:sldMkLst>
        <pc:spChg chg="mod">
          <ac:chgData name="Gabriel Mauricio Niño Riaño" userId="S::gnino@cetesa.com.co::54e9d27c-6d78-4669-82e9-c138e6670e73" providerId="AD" clId="Web-{C1AE3C08-7363-B938-2A0C-3D09D11B253B}" dt="2026-03-19T15:48:20.271" v="42" actId="20577"/>
          <ac:spMkLst>
            <pc:docMk/>
            <pc:sldMk cId="540435110" sldId="262"/>
            <ac:spMk id="2" creationId="{C36C801B-3EDD-F19E-A43B-445B5CA463B8}"/>
          </ac:spMkLst>
        </pc:spChg>
        <pc:spChg chg="mod">
          <ac:chgData name="Gabriel Mauricio Niño Riaño" userId="S::gnino@cetesa.com.co::54e9d27c-6d78-4669-82e9-c138e6670e73" providerId="AD" clId="Web-{C1AE3C08-7363-B938-2A0C-3D09D11B253B}" dt="2026-03-19T15:48:04.412" v="38" actId="20577"/>
          <ac:spMkLst>
            <pc:docMk/>
            <pc:sldMk cId="540435110" sldId="262"/>
            <ac:spMk id="3" creationId="{8335A728-C3B2-CD0A-96E2-46034659EEE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75B699A-2F49-BC06-119E-2878D720A4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B0216FE-585A-9D66-19C0-15AB650DBB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8C445-1F66-4235-B61A-7FD4AF38890F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8FEDD61-0583-DAD0-6FCB-8AD071B566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AF7E529-B394-02DA-5344-8E89B6C47C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F4CB8-2907-4C37-9DD8-4DB7C2A8C03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33845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8527AC-6D68-44EF-9338-9ED2F6762FA3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303CE-E21C-4946-A20D-5B3729FA682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898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AD8F6AEF-05FB-957C-578A-8BCB412619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6140"/>
            <a:ext cx="10367847" cy="6131859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CAB9F28C-2E5F-F6EE-2A36-A18BCDBDCE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53400" y="2472617"/>
            <a:ext cx="3100619" cy="673995"/>
          </a:xfrm>
        </p:spPr>
        <p:txBody>
          <a:bodyPr anchor="b"/>
          <a:lstStyle>
            <a:lvl1pPr algn="l">
              <a:defRPr sz="36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15F2080-758C-2A33-B897-067935F57703}"/>
              </a:ext>
            </a:extLst>
          </p:cNvPr>
          <p:cNvCxnSpPr>
            <a:cxnSpLocks/>
          </p:cNvCxnSpPr>
          <p:nvPr userDrawn="1"/>
        </p:nvCxnSpPr>
        <p:spPr>
          <a:xfrm>
            <a:off x="7453360" y="3234787"/>
            <a:ext cx="4601928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Subtítulo 2">
            <a:extLst>
              <a:ext uri="{FF2B5EF4-FFF2-40B4-BE49-F238E27FC236}">
                <a16:creationId xmlns:a16="http://schemas.microsoft.com/office/drawing/2014/main" id="{74FE00B7-CAC6-2245-0F9F-9D6ABE4B6B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53360" y="3336900"/>
            <a:ext cx="3100522" cy="419997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</a:t>
            </a:r>
            <a:endParaRPr lang="es-CO" dirty="0"/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2A27EE71-2F74-A205-F5E3-881FB5B9E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53360" y="4839192"/>
            <a:ext cx="3100522" cy="306038"/>
          </a:xfrm>
        </p:spPr>
        <p:txBody>
          <a:bodyPr/>
          <a:lstStyle>
            <a:lvl1pPr algn="l">
              <a:spcBef>
                <a:spcPts val="300"/>
              </a:spcBef>
              <a:buNone/>
              <a:defRPr sz="18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dirty="0"/>
              <a:t>Mes y día</a:t>
            </a:r>
          </a:p>
        </p:txBody>
      </p:sp>
      <p:sp>
        <p:nvSpPr>
          <p:cNvPr id="9" name="Marcador de texto 21">
            <a:extLst>
              <a:ext uri="{FF2B5EF4-FFF2-40B4-BE49-F238E27FC236}">
                <a16:creationId xmlns:a16="http://schemas.microsoft.com/office/drawing/2014/main" id="{2AA03578-B8FC-33C9-8CD5-3D83888EA0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53360" y="5275548"/>
            <a:ext cx="3100522" cy="306038"/>
          </a:xfrm>
        </p:spPr>
        <p:txBody>
          <a:bodyPr/>
          <a:lstStyle>
            <a:lvl1pPr algn="l">
              <a:spcBef>
                <a:spcPts val="300"/>
              </a:spcBef>
              <a:buNone/>
              <a:defRPr sz="1800">
                <a:solidFill>
                  <a:schemeClr val="bg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dirty="0"/>
              <a:t>Ciudad y año</a:t>
            </a:r>
          </a:p>
        </p:txBody>
      </p:sp>
      <p:pic>
        <p:nvPicPr>
          <p:cNvPr id="11" name="Imagen 10" descr="Imagen que contiene dibujo, alimentos&#10;&#10;El contenido generado por IA puede ser incorrecto.">
            <a:extLst>
              <a:ext uri="{FF2B5EF4-FFF2-40B4-BE49-F238E27FC236}">
                <a16:creationId xmlns:a16="http://schemas.microsoft.com/office/drawing/2014/main" id="{D1D4BB75-F1F0-D980-08CE-16E3B20AD6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787" y="5866446"/>
            <a:ext cx="3100522" cy="53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29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OP.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 descr="Forma">
            <a:extLst>
              <a:ext uri="{FF2B5EF4-FFF2-40B4-BE49-F238E27FC236}">
                <a16:creationId xmlns:a16="http://schemas.microsoft.com/office/drawing/2014/main" id="{C1AB1C03-2CD7-B712-80B0-EA174095C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78450" cy="6858000"/>
          </a:xfrm>
          <a:prstGeom prst="rect">
            <a:avLst/>
          </a:prstGeom>
        </p:spPr>
      </p:pic>
      <p:sp>
        <p:nvSpPr>
          <p:cNvPr id="23" name="Marcador de posición de imagen 22">
            <a:extLst>
              <a:ext uri="{FF2B5EF4-FFF2-40B4-BE49-F238E27FC236}">
                <a16:creationId xmlns:a16="http://schemas.microsoft.com/office/drawing/2014/main" id="{8FD0876E-C875-1265-2CFF-F7FD6A8F76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78450" y="0"/>
            <a:ext cx="6813550" cy="685800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C0E106-99D2-7BA9-8DAA-6C8F3C9CC6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841" y="2755005"/>
            <a:ext cx="3100619" cy="673995"/>
          </a:xfrm>
        </p:spPr>
        <p:txBody>
          <a:bodyPr anchor="b"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5497D94-8576-03DA-C3E0-17FADE095BD4}"/>
              </a:ext>
            </a:extLst>
          </p:cNvPr>
          <p:cNvCxnSpPr>
            <a:cxnSpLocks/>
          </p:cNvCxnSpPr>
          <p:nvPr userDrawn="1"/>
        </p:nvCxnSpPr>
        <p:spPr>
          <a:xfrm>
            <a:off x="292801" y="3517175"/>
            <a:ext cx="3210158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Subtítulo 2">
            <a:extLst>
              <a:ext uri="{FF2B5EF4-FFF2-40B4-BE49-F238E27FC236}">
                <a16:creationId xmlns:a16="http://schemas.microsoft.com/office/drawing/2014/main" id="{93D13483-1CAC-BFF3-1BA1-71B33E2A9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801" y="3619288"/>
            <a:ext cx="3100522" cy="419997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</a:t>
            </a:r>
            <a:endParaRPr lang="es-CO" dirty="0"/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E2DEC3E8-404C-3512-3CDC-90610EA696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2801" y="5121580"/>
            <a:ext cx="3100522" cy="306038"/>
          </a:xfrm>
        </p:spPr>
        <p:txBody>
          <a:bodyPr/>
          <a:lstStyle>
            <a:lvl1pPr algn="l">
              <a:spcBef>
                <a:spcPts val="3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dirty="0"/>
              <a:t>Mes y día</a:t>
            </a:r>
          </a:p>
        </p:txBody>
      </p:sp>
      <p:sp>
        <p:nvSpPr>
          <p:cNvPr id="32" name="Marcador de texto 21">
            <a:extLst>
              <a:ext uri="{FF2B5EF4-FFF2-40B4-BE49-F238E27FC236}">
                <a16:creationId xmlns:a16="http://schemas.microsoft.com/office/drawing/2014/main" id="{DD02302E-E606-B821-69D2-C188EF8F18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801" y="5557936"/>
            <a:ext cx="3100522" cy="306038"/>
          </a:xfrm>
        </p:spPr>
        <p:txBody>
          <a:bodyPr/>
          <a:lstStyle>
            <a:lvl1pPr algn="l">
              <a:spcBef>
                <a:spcPts val="3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 dirty="0"/>
              <a:t>Ciudad y año</a:t>
            </a:r>
          </a:p>
        </p:txBody>
      </p:sp>
      <p:pic>
        <p:nvPicPr>
          <p:cNvPr id="4" name="Imagen 3" descr="Imagen que contiene dibujo, alimentos&#10;&#10;El contenido generado por IA puede ser incorrecto.">
            <a:extLst>
              <a:ext uri="{FF2B5EF4-FFF2-40B4-BE49-F238E27FC236}">
                <a16:creationId xmlns:a16="http://schemas.microsoft.com/office/drawing/2014/main" id="{0980BC9B-CC38-BBDE-216D-39C70B7684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787" y="5866446"/>
            <a:ext cx="3100522" cy="53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072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de Contenido OP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">
            <a:extLst>
              <a:ext uri="{FF2B5EF4-FFF2-40B4-BE49-F238E27FC236}">
                <a16:creationId xmlns:a16="http://schemas.microsoft.com/office/drawing/2014/main" id="{B34868EC-B8A9-9AD1-C2B0-DBC5329F7A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78450" cy="6858000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22CF86F4-D95A-A481-8E38-4A045AFBC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8476" y="2907660"/>
            <a:ext cx="2693608" cy="44286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s-ES" dirty="0"/>
              <a:t>Título Contenido</a:t>
            </a:r>
            <a:endParaRPr lang="es-CO" dirty="0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4CF9815A-97C6-B83D-2D05-D7FF87D443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88476" y="3555361"/>
            <a:ext cx="2693987" cy="1187236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Marcador de texto 16">
            <a:extLst>
              <a:ext uri="{FF2B5EF4-FFF2-40B4-BE49-F238E27FC236}">
                <a16:creationId xmlns:a16="http://schemas.microsoft.com/office/drawing/2014/main" id="{38F852B3-1A92-8465-82C2-D15BF71B73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38667" y="2907660"/>
            <a:ext cx="2693608" cy="44286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s-ES" dirty="0"/>
              <a:t>Título Contenido</a:t>
            </a:r>
            <a:endParaRPr lang="es-CO" dirty="0"/>
          </a:p>
        </p:txBody>
      </p:sp>
      <p:sp>
        <p:nvSpPr>
          <p:cNvPr id="22" name="Marcador de texto 18">
            <a:extLst>
              <a:ext uri="{FF2B5EF4-FFF2-40B4-BE49-F238E27FC236}">
                <a16:creationId xmlns:a16="http://schemas.microsoft.com/office/drawing/2014/main" id="{D69B0183-A624-F685-AA30-91B01380B1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38667" y="3555361"/>
            <a:ext cx="2693987" cy="1187236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00AC2422-E335-9AA4-C7D8-407E046106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88476" y="2101706"/>
            <a:ext cx="893549" cy="6011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Montserrat ExtraBold" pitchFamily="2" charset="0"/>
              </a:defRPr>
            </a:lvl1pPr>
          </a:lstStyle>
          <a:p>
            <a:pPr lvl="0"/>
            <a:r>
              <a:rPr lang="es-ES" dirty="0"/>
              <a:t>01</a:t>
            </a:r>
            <a:endParaRPr lang="es-CO" dirty="0"/>
          </a:p>
        </p:txBody>
      </p:sp>
      <p:sp>
        <p:nvSpPr>
          <p:cNvPr id="26" name="Marcador de texto 24">
            <a:extLst>
              <a:ext uri="{FF2B5EF4-FFF2-40B4-BE49-F238E27FC236}">
                <a16:creationId xmlns:a16="http://schemas.microsoft.com/office/drawing/2014/main" id="{6A222A32-E427-A72F-1FEA-2FAA528968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38667" y="2101706"/>
            <a:ext cx="971715" cy="6011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Montserrat ExtraBold" pitchFamily="2" charset="0"/>
              </a:defRPr>
            </a:lvl1pPr>
          </a:lstStyle>
          <a:p>
            <a:pPr lvl="0"/>
            <a:r>
              <a:rPr lang="es-ES" dirty="0"/>
              <a:t>02</a:t>
            </a:r>
            <a:endParaRPr lang="es-CO" dirty="0"/>
          </a:p>
        </p:txBody>
      </p:sp>
      <p:pic>
        <p:nvPicPr>
          <p:cNvPr id="32" name="Imagen 31" descr="Isologo Cementos Tequendama">
            <a:extLst>
              <a:ext uri="{FF2B5EF4-FFF2-40B4-BE49-F238E27FC236}">
                <a16:creationId xmlns:a16="http://schemas.microsoft.com/office/drawing/2014/main" id="{8BEA3B81-52C0-D4E5-B721-520C37F5E4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4" y="6028376"/>
            <a:ext cx="2056621" cy="361198"/>
          </a:xfrm>
          <a:prstGeom prst="rect">
            <a:avLst/>
          </a:prstGeom>
        </p:spPr>
      </p:pic>
      <p:sp>
        <p:nvSpPr>
          <p:cNvPr id="34" name="Marcador de posición de imagen 33">
            <a:extLst>
              <a:ext uri="{FF2B5EF4-FFF2-40B4-BE49-F238E27FC236}">
                <a16:creationId xmlns:a16="http://schemas.microsoft.com/office/drawing/2014/main" id="{D73E0C53-A5CF-6460-867A-5FE271B97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777922"/>
            <a:ext cx="4524375" cy="5249816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7991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de Contenido OP.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22CF86F4-D95A-A481-8E38-4A045AFBC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88476" y="2221219"/>
            <a:ext cx="2693608" cy="44286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s-ES" dirty="0"/>
              <a:t>Título Contenido</a:t>
            </a:r>
            <a:endParaRPr lang="es-CO" dirty="0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4CF9815A-97C6-B83D-2D05-D7FF87D443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88476" y="2868920"/>
            <a:ext cx="2693987" cy="32418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s-ES" dirty="0" err="1"/>
              <a:t>Sub-contenido</a:t>
            </a:r>
            <a:endParaRPr lang="es-ES" dirty="0"/>
          </a:p>
        </p:txBody>
      </p:sp>
      <p:sp>
        <p:nvSpPr>
          <p:cNvPr id="21" name="Marcador de texto 16">
            <a:extLst>
              <a:ext uri="{FF2B5EF4-FFF2-40B4-BE49-F238E27FC236}">
                <a16:creationId xmlns:a16="http://schemas.microsoft.com/office/drawing/2014/main" id="{38F852B3-1A92-8465-82C2-D15BF71B73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38667" y="2221219"/>
            <a:ext cx="2693608" cy="44286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s-ES" dirty="0"/>
              <a:t>Título Contenido</a:t>
            </a:r>
            <a:endParaRPr lang="es-CO" dirty="0"/>
          </a:p>
        </p:txBody>
      </p:sp>
      <p:sp>
        <p:nvSpPr>
          <p:cNvPr id="22" name="Marcador de texto 18">
            <a:extLst>
              <a:ext uri="{FF2B5EF4-FFF2-40B4-BE49-F238E27FC236}">
                <a16:creationId xmlns:a16="http://schemas.microsoft.com/office/drawing/2014/main" id="{D69B0183-A624-F685-AA30-91B01380B1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38667" y="2868920"/>
            <a:ext cx="2693987" cy="32418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s-ES" dirty="0" err="1"/>
              <a:t>Sub-contenido</a:t>
            </a:r>
            <a:endParaRPr lang="es-ES" dirty="0"/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00AC2422-E335-9AA4-C7D8-407E046106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88476" y="1415265"/>
            <a:ext cx="893549" cy="6011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Montserrat ExtraBold" pitchFamily="2" charset="0"/>
              </a:defRPr>
            </a:lvl1pPr>
          </a:lstStyle>
          <a:p>
            <a:pPr lvl="0"/>
            <a:r>
              <a:rPr lang="es-ES" dirty="0"/>
              <a:t>01</a:t>
            </a:r>
            <a:endParaRPr lang="es-CO" dirty="0"/>
          </a:p>
        </p:txBody>
      </p:sp>
      <p:sp>
        <p:nvSpPr>
          <p:cNvPr id="26" name="Marcador de texto 24">
            <a:extLst>
              <a:ext uri="{FF2B5EF4-FFF2-40B4-BE49-F238E27FC236}">
                <a16:creationId xmlns:a16="http://schemas.microsoft.com/office/drawing/2014/main" id="{6A222A32-E427-A72F-1FEA-2FAA528968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38667" y="1415265"/>
            <a:ext cx="971715" cy="6011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Montserrat ExtraBold" pitchFamily="2" charset="0"/>
              </a:defRPr>
            </a:lvl1pPr>
          </a:lstStyle>
          <a:p>
            <a:pPr lvl="0"/>
            <a:r>
              <a:rPr lang="es-ES" dirty="0"/>
              <a:t>02</a:t>
            </a:r>
            <a:endParaRPr lang="es-CO" dirty="0"/>
          </a:p>
        </p:txBody>
      </p:sp>
      <p:pic>
        <p:nvPicPr>
          <p:cNvPr id="32" name="Imagen 31" descr="Isologo Cementos Tequendama">
            <a:extLst>
              <a:ext uri="{FF2B5EF4-FFF2-40B4-BE49-F238E27FC236}">
                <a16:creationId xmlns:a16="http://schemas.microsoft.com/office/drawing/2014/main" id="{8BEA3B81-52C0-D4E5-B721-520C37F5E4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4" y="6028376"/>
            <a:ext cx="2056621" cy="361198"/>
          </a:xfrm>
          <a:prstGeom prst="rect">
            <a:avLst/>
          </a:prstGeom>
        </p:spPr>
      </p:pic>
      <p:pic>
        <p:nvPicPr>
          <p:cNvPr id="5" name="Imagen 4" descr="Forma&#10;&#10;El contenido generado por IA puede ser incorrecto.">
            <a:extLst>
              <a:ext uri="{FF2B5EF4-FFF2-40B4-BE49-F238E27FC236}">
                <a16:creationId xmlns:a16="http://schemas.microsoft.com/office/drawing/2014/main" id="{237CD891-B1ED-690D-E090-96115102FA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585" y="1047988"/>
            <a:ext cx="766879" cy="968395"/>
          </a:xfrm>
          <a:prstGeom prst="rect">
            <a:avLst/>
          </a:prstGeom>
        </p:spPr>
      </p:pic>
      <p:pic>
        <p:nvPicPr>
          <p:cNvPr id="6" name="Imagen 5" descr="Forma&#10;&#10;El contenido generado por IA puede ser incorrecto.">
            <a:extLst>
              <a:ext uri="{FF2B5EF4-FFF2-40B4-BE49-F238E27FC236}">
                <a16:creationId xmlns:a16="http://schemas.microsoft.com/office/drawing/2014/main" id="{1FA7F336-F6C2-E7B6-B42C-B7A3F354BB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942" y="1047988"/>
            <a:ext cx="766879" cy="968395"/>
          </a:xfrm>
          <a:prstGeom prst="rect">
            <a:avLst/>
          </a:prstGeom>
        </p:spPr>
      </p:pic>
      <p:sp>
        <p:nvSpPr>
          <p:cNvPr id="7" name="Marcador de texto 16">
            <a:extLst>
              <a:ext uri="{FF2B5EF4-FFF2-40B4-BE49-F238E27FC236}">
                <a16:creationId xmlns:a16="http://schemas.microsoft.com/office/drawing/2014/main" id="{40697629-F873-3235-DC0C-71210F63F8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4021" y="4790654"/>
            <a:ext cx="2693608" cy="44286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s-ES" dirty="0"/>
              <a:t>Título Contenido</a:t>
            </a:r>
            <a:endParaRPr lang="es-CO" dirty="0"/>
          </a:p>
        </p:txBody>
      </p:sp>
      <p:sp>
        <p:nvSpPr>
          <p:cNvPr id="9" name="Marcador de texto 18">
            <a:extLst>
              <a:ext uri="{FF2B5EF4-FFF2-40B4-BE49-F238E27FC236}">
                <a16:creationId xmlns:a16="http://schemas.microsoft.com/office/drawing/2014/main" id="{8D5101C5-C60E-1C60-6389-8C17685CF5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4021" y="5438355"/>
            <a:ext cx="2693987" cy="32418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s-ES" dirty="0" err="1"/>
              <a:t>Sub-contenido</a:t>
            </a:r>
            <a:endParaRPr lang="es-ES" dirty="0"/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BE389750-5F46-BED0-A978-4C1753DDE7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34212" y="4790654"/>
            <a:ext cx="2693608" cy="44286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s-ES" dirty="0"/>
              <a:t>Título Contenido</a:t>
            </a:r>
            <a:endParaRPr lang="es-CO" dirty="0"/>
          </a:p>
        </p:txBody>
      </p:sp>
      <p:sp>
        <p:nvSpPr>
          <p:cNvPr id="11" name="Marcador de texto 18">
            <a:extLst>
              <a:ext uri="{FF2B5EF4-FFF2-40B4-BE49-F238E27FC236}">
                <a16:creationId xmlns:a16="http://schemas.microsoft.com/office/drawing/2014/main" id="{3913A5A9-4469-FA46-B2EF-FB39B3ACDB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34212" y="5438355"/>
            <a:ext cx="2693987" cy="32418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s-ES" dirty="0" err="1"/>
              <a:t>Sub-contenido</a:t>
            </a:r>
            <a:endParaRPr lang="es-ES" dirty="0"/>
          </a:p>
        </p:txBody>
      </p:sp>
      <p:sp>
        <p:nvSpPr>
          <p:cNvPr id="12" name="Marcador de texto 24">
            <a:extLst>
              <a:ext uri="{FF2B5EF4-FFF2-40B4-BE49-F238E27FC236}">
                <a16:creationId xmlns:a16="http://schemas.microsoft.com/office/drawing/2014/main" id="{683EDDF9-0B96-2769-4B7D-8F6DBC8649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84021" y="3984700"/>
            <a:ext cx="971621" cy="6011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Montserrat ExtraBold" pitchFamily="2" charset="0"/>
              </a:defRPr>
            </a:lvl1pPr>
          </a:lstStyle>
          <a:p>
            <a:pPr lvl="0"/>
            <a:r>
              <a:rPr lang="es-ES" dirty="0"/>
              <a:t>03</a:t>
            </a:r>
            <a:endParaRPr lang="es-CO" dirty="0"/>
          </a:p>
        </p:txBody>
      </p:sp>
      <p:sp>
        <p:nvSpPr>
          <p:cNvPr id="13" name="Marcador de texto 24">
            <a:extLst>
              <a:ext uri="{FF2B5EF4-FFF2-40B4-BE49-F238E27FC236}">
                <a16:creationId xmlns:a16="http://schemas.microsoft.com/office/drawing/2014/main" id="{D98EAFCF-966C-B039-48E7-79586C5C9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34212" y="3984700"/>
            <a:ext cx="971715" cy="60111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Montserrat ExtraBold" pitchFamily="2" charset="0"/>
              </a:defRPr>
            </a:lvl1pPr>
          </a:lstStyle>
          <a:p>
            <a:pPr lvl="0"/>
            <a:r>
              <a:rPr lang="es-ES" dirty="0"/>
              <a:t>04</a:t>
            </a:r>
            <a:endParaRPr lang="es-CO" dirty="0"/>
          </a:p>
        </p:txBody>
      </p:sp>
      <p:pic>
        <p:nvPicPr>
          <p:cNvPr id="14" name="Imagen 13" descr="Forma&#10;&#10;El contenido generado por IA puede ser incorrecto.">
            <a:extLst>
              <a:ext uri="{FF2B5EF4-FFF2-40B4-BE49-F238E27FC236}">
                <a16:creationId xmlns:a16="http://schemas.microsoft.com/office/drawing/2014/main" id="{CDACE4A6-FC8E-6368-2CCA-8B20B461C1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130" y="3617423"/>
            <a:ext cx="766879" cy="968395"/>
          </a:xfrm>
          <a:prstGeom prst="rect">
            <a:avLst/>
          </a:prstGeom>
        </p:spPr>
      </p:pic>
      <p:pic>
        <p:nvPicPr>
          <p:cNvPr id="15" name="Imagen 14" descr="Forma&#10;&#10;El contenido generado por IA puede ser incorrecto.">
            <a:extLst>
              <a:ext uri="{FF2B5EF4-FFF2-40B4-BE49-F238E27FC236}">
                <a16:creationId xmlns:a16="http://schemas.microsoft.com/office/drawing/2014/main" id="{D2B0D010-44D2-6384-4EC4-F89D335990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487" y="3617423"/>
            <a:ext cx="766879" cy="968395"/>
          </a:xfrm>
          <a:prstGeom prst="rect">
            <a:avLst/>
          </a:prstGeom>
        </p:spPr>
      </p:pic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FDD0D838-BC9A-3E18-095D-66B56488F2E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819150"/>
            <a:ext cx="5186149" cy="5208588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068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apítulos OP.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sologo blanco Tequendama">
            <a:extLst>
              <a:ext uri="{FF2B5EF4-FFF2-40B4-BE49-F238E27FC236}">
                <a16:creationId xmlns:a16="http://schemas.microsoft.com/office/drawing/2014/main" id="{491159CC-669A-987E-33E9-31C6908383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3" y="6029875"/>
            <a:ext cx="2056622" cy="352107"/>
          </a:xfrm>
          <a:prstGeom prst="rect">
            <a:avLst/>
          </a:prstGeom>
        </p:spPr>
      </p:pic>
      <p:pic>
        <p:nvPicPr>
          <p:cNvPr id="12" name="Imagen 11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A0D1553E-9DCE-0BA4-8AD2-F4FA421601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30"/>
          <a:stretch>
            <a:fillRect/>
          </a:stretch>
        </p:blipFill>
        <p:spPr>
          <a:xfrm>
            <a:off x="3298371" y="0"/>
            <a:ext cx="5388429" cy="6858000"/>
          </a:xfrm>
          <a:prstGeom prst="rect">
            <a:avLst/>
          </a:prstGeom>
        </p:spPr>
      </p:pic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92CE1D07-FC83-F016-DBB0-0775DDF657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85" y="2364377"/>
            <a:ext cx="1051560" cy="770709"/>
          </a:xfrm>
        </p:spPr>
        <p:txBody>
          <a:bodyPr/>
          <a:lstStyle>
            <a:lvl1pPr>
              <a:buNone/>
              <a:defRPr sz="5400">
                <a:solidFill>
                  <a:schemeClr val="bg1"/>
                </a:solidFill>
                <a:latin typeface="Montserrat ExtraBold" pitchFamily="2" charset="0"/>
              </a:defRPr>
            </a:lvl1pPr>
          </a:lstStyle>
          <a:p>
            <a:pPr lvl="0"/>
            <a:r>
              <a:rPr lang="es-ES" dirty="0">
                <a:latin typeface="Montserrat ExtraBold" pitchFamily="2" charset="0"/>
              </a:rPr>
              <a:t>01</a:t>
            </a:r>
            <a:endParaRPr lang="es-CO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13B50BDD-9A27-785B-0473-738FE29AA3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92738" y="3350626"/>
            <a:ext cx="3082925" cy="4702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Título Contenido</a:t>
            </a:r>
            <a:endParaRPr lang="es-CO" dirty="0"/>
          </a:p>
        </p:txBody>
      </p:sp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B56E0CFE-E9AB-BFA5-AFB9-7F760AC83F4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3298825" cy="685800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232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apítulos OP.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47BA111-9F93-AC18-F6B5-67F194FF04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855229" cy="685800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pic>
        <p:nvPicPr>
          <p:cNvPr id="8" name="Imagen 7" descr="Isologo blanco Tequendama">
            <a:extLst>
              <a:ext uri="{FF2B5EF4-FFF2-40B4-BE49-F238E27FC236}">
                <a16:creationId xmlns:a16="http://schemas.microsoft.com/office/drawing/2014/main" id="{491159CC-669A-987E-33E9-31C6908383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3" y="6029875"/>
            <a:ext cx="2056622" cy="352107"/>
          </a:xfrm>
          <a:prstGeom prst="rect">
            <a:avLst/>
          </a:prstGeom>
        </p:spPr>
      </p:pic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92CE1D07-FC83-F016-DBB0-0775DDF657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24103" y="2364377"/>
            <a:ext cx="1051560" cy="770709"/>
          </a:xfrm>
        </p:spPr>
        <p:txBody>
          <a:bodyPr/>
          <a:lstStyle>
            <a:lvl1pPr>
              <a:buNone/>
              <a:defRPr sz="5400">
                <a:solidFill>
                  <a:schemeClr val="bg1"/>
                </a:solidFill>
                <a:latin typeface="Montserrat ExtraBold" pitchFamily="2" charset="0"/>
              </a:defRPr>
            </a:lvl1pPr>
          </a:lstStyle>
          <a:p>
            <a:pPr lvl="0"/>
            <a:r>
              <a:rPr lang="es-ES" dirty="0">
                <a:latin typeface="Montserrat ExtraBold" pitchFamily="2" charset="0"/>
              </a:rPr>
              <a:t>01</a:t>
            </a:r>
            <a:endParaRPr lang="es-CO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13B50BDD-9A27-785B-0473-738FE29AA3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92738" y="3350626"/>
            <a:ext cx="3082925" cy="914397"/>
          </a:xfr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TÍTULO CONTENIDO</a:t>
            </a:r>
            <a:endParaRPr lang="es-CO" dirty="0"/>
          </a:p>
        </p:txBody>
      </p:sp>
      <p:pic>
        <p:nvPicPr>
          <p:cNvPr id="12" name="Imagen 11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A0D1553E-9DCE-0BA4-8AD2-F4FA421601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30"/>
          <a:stretch>
            <a:fillRect/>
          </a:stretch>
        </p:blipFill>
        <p:spPr>
          <a:xfrm flipH="1">
            <a:off x="6803571" y="0"/>
            <a:ext cx="5388429" cy="6858000"/>
          </a:xfrm>
          <a:prstGeom prst="rect">
            <a:avLst/>
          </a:prstGeom>
        </p:spPr>
      </p:pic>
      <p:pic>
        <p:nvPicPr>
          <p:cNvPr id="2" name="Imagen 1" descr="Isologo Cementos Tequendama">
            <a:extLst>
              <a:ext uri="{FF2B5EF4-FFF2-40B4-BE49-F238E27FC236}">
                <a16:creationId xmlns:a16="http://schemas.microsoft.com/office/drawing/2014/main" id="{4C1941A7-CD37-8D25-FE01-78917396527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4" y="6028376"/>
            <a:ext cx="2056621" cy="36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52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(Tex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2FCC5-F4D2-6C36-5B15-BA46A93860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40081"/>
            <a:ext cx="10515599" cy="8229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s-CO" dirty="0"/>
              <a:t>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0A17E88-0095-DFB3-3610-F6FEBE7BAF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828801"/>
            <a:ext cx="10515600" cy="3670300"/>
          </a:xfrm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4" name="Imagen 13" descr="Isologo Cementos Tequendama">
            <a:extLst>
              <a:ext uri="{FF2B5EF4-FFF2-40B4-BE49-F238E27FC236}">
                <a16:creationId xmlns:a16="http://schemas.microsoft.com/office/drawing/2014/main" id="{CB0B0BFE-B463-B7CC-5D20-08AC188C17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4" y="6028376"/>
            <a:ext cx="2056621" cy="36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(Texto-Imag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851006D8-3B89-44A3-C13B-F0644C278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565" y="711199"/>
            <a:ext cx="5190716" cy="692967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s-CO" dirty="0"/>
              <a:t>Título</a:t>
            </a:r>
          </a:p>
        </p:txBody>
      </p:sp>
      <p:pic>
        <p:nvPicPr>
          <p:cNvPr id="11" name="Imagen 10" descr="Isologo Cementos Tequendama">
            <a:extLst>
              <a:ext uri="{FF2B5EF4-FFF2-40B4-BE49-F238E27FC236}">
                <a16:creationId xmlns:a16="http://schemas.microsoft.com/office/drawing/2014/main" id="{CFC0E266-A374-0BFB-8014-50C00C89A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4" y="6028376"/>
            <a:ext cx="2056621" cy="361198"/>
          </a:xfrm>
          <a:prstGeom prst="rect">
            <a:avLst/>
          </a:prstGeom>
        </p:spPr>
      </p:pic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D7850083-431D-ECBA-16FF-8403816FF6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565" y="1718128"/>
            <a:ext cx="5190716" cy="41211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 dirty="0"/>
          </a:p>
        </p:txBody>
      </p:sp>
      <p:sp>
        <p:nvSpPr>
          <p:cNvPr id="20" name="Marcador de posición de imagen 19">
            <a:extLst>
              <a:ext uri="{FF2B5EF4-FFF2-40B4-BE49-F238E27FC236}">
                <a16:creationId xmlns:a16="http://schemas.microsoft.com/office/drawing/2014/main" id="{5BF9036E-B9A7-6B04-B5BD-7A9B6A37ED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52677" y="711653"/>
            <a:ext cx="5532438" cy="2900363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4821BFB8-C2BA-7C15-B1ED-5F2553D970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52677" y="3860075"/>
            <a:ext cx="5532438" cy="1979204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</p:txBody>
      </p:sp>
    </p:spTree>
    <p:extLst>
      <p:ext uri="{BB962C8B-B14F-4D97-AF65-F5344CB8AC3E}">
        <p14:creationId xmlns:p14="http://schemas.microsoft.com/office/powerpoint/2010/main" val="1960691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(Procesos OP.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sologo Cementos Tequendama">
            <a:extLst>
              <a:ext uri="{FF2B5EF4-FFF2-40B4-BE49-F238E27FC236}">
                <a16:creationId xmlns:a16="http://schemas.microsoft.com/office/drawing/2014/main" id="{464283E2-6482-FA71-364E-4EE3B23362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4" y="6028376"/>
            <a:ext cx="2056621" cy="361198"/>
          </a:xfrm>
          <a:prstGeom prst="rect">
            <a:avLst/>
          </a:prstGeom>
        </p:spPr>
      </p:pic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729E55DD-1D1A-B7FA-A343-C9B87C1105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3429001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2C7CBE1-7DD3-4682-527A-D38A2D3D423D}"/>
              </a:ext>
            </a:extLst>
          </p:cNvPr>
          <p:cNvSpPr/>
          <p:nvPr userDrawn="1"/>
        </p:nvSpPr>
        <p:spPr>
          <a:xfrm>
            <a:off x="1606731" y="1910442"/>
            <a:ext cx="2070463" cy="207046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AFB309A-CA71-0CB7-F84D-487473AA17A4}"/>
              </a:ext>
            </a:extLst>
          </p:cNvPr>
          <p:cNvSpPr/>
          <p:nvPr userDrawn="1"/>
        </p:nvSpPr>
        <p:spPr>
          <a:xfrm>
            <a:off x="5057492" y="1910441"/>
            <a:ext cx="2070463" cy="207046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CC72DC20-C060-3C15-971A-96D76B37F5FA}"/>
              </a:ext>
            </a:extLst>
          </p:cNvPr>
          <p:cNvSpPr/>
          <p:nvPr userDrawn="1"/>
        </p:nvSpPr>
        <p:spPr>
          <a:xfrm>
            <a:off x="8508253" y="1910440"/>
            <a:ext cx="2070463" cy="207046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9E6C1AD5-D5D3-79E1-541B-48DD3D7961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5805" y="4049487"/>
            <a:ext cx="2070462" cy="469719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Montserrat ExtraBold" pitchFamily="2" charset="0"/>
              </a:defRPr>
            </a:lvl1pPr>
          </a:lstStyle>
          <a:p>
            <a:pPr lvl="0"/>
            <a:r>
              <a:rPr lang="es-CO" dirty="0"/>
              <a:t>TÍTULO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66A0FDB0-4F64-2771-D453-6DAE0010D5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57028" y="4049487"/>
            <a:ext cx="2070463" cy="46972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Montserrat ExtraBold" pitchFamily="2" charset="0"/>
              </a:defRPr>
            </a:lvl1pPr>
          </a:lstStyle>
          <a:p>
            <a:pPr lvl="0"/>
            <a:r>
              <a:rPr lang="es-CO" dirty="0"/>
              <a:t>TÍTULO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5949453A-C3B4-609C-0BC6-6492388BA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08253" y="4049487"/>
            <a:ext cx="2070847" cy="46972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Montserrat ExtraBold" pitchFamily="2" charset="0"/>
              </a:defRPr>
            </a:lvl1pPr>
          </a:lstStyle>
          <a:p>
            <a:pPr lvl="0"/>
            <a:r>
              <a:rPr lang="es-CO" dirty="0"/>
              <a:t>TÍTULO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E91063D8-FA91-BA08-934A-F003C88940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06550" y="4656732"/>
            <a:ext cx="2070100" cy="116277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2" name="Marcador de texto 20">
            <a:extLst>
              <a:ext uri="{FF2B5EF4-FFF2-40B4-BE49-F238E27FC236}">
                <a16:creationId xmlns:a16="http://schemas.microsoft.com/office/drawing/2014/main" id="{A9B0E546-3BAB-BA52-7D9B-B613E0008B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57028" y="4656732"/>
            <a:ext cx="2070100" cy="116277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3" name="Marcador de texto 20">
            <a:extLst>
              <a:ext uri="{FF2B5EF4-FFF2-40B4-BE49-F238E27FC236}">
                <a16:creationId xmlns:a16="http://schemas.microsoft.com/office/drawing/2014/main" id="{0F05236B-893A-711A-103F-55518A2FE4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507506" y="4656732"/>
            <a:ext cx="2070100" cy="116277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7BEF4F44-18F2-382A-AC0E-BE61E433A93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126025" y="2401706"/>
            <a:ext cx="1031875" cy="104775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26" name="Marcador de posición de imagen 24">
            <a:extLst>
              <a:ext uri="{FF2B5EF4-FFF2-40B4-BE49-F238E27FC236}">
                <a16:creationId xmlns:a16="http://schemas.microsoft.com/office/drawing/2014/main" id="{9914F4AA-1870-991E-A742-B68C1580550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580062" y="2401706"/>
            <a:ext cx="1031875" cy="104775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27" name="Marcador de posición de imagen 24">
            <a:extLst>
              <a:ext uri="{FF2B5EF4-FFF2-40B4-BE49-F238E27FC236}">
                <a16:creationId xmlns:a16="http://schemas.microsoft.com/office/drawing/2014/main" id="{6B543465-1479-5AFD-F09F-573DB3637D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26618" y="2401706"/>
            <a:ext cx="1031875" cy="104775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7882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(Procesos OP.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sologo Cementos Tequendama">
            <a:extLst>
              <a:ext uri="{FF2B5EF4-FFF2-40B4-BE49-F238E27FC236}">
                <a16:creationId xmlns:a16="http://schemas.microsoft.com/office/drawing/2014/main" id="{464283E2-6482-FA71-364E-4EE3B23362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4" y="6028376"/>
            <a:ext cx="2056621" cy="361198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9E6C1AD5-D5D3-79E1-541B-48DD3D7961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5805" y="3611881"/>
            <a:ext cx="2070462" cy="469719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  <a:latin typeface="Montserrat ExtraBold" pitchFamily="2" charset="0"/>
              </a:defRPr>
            </a:lvl1pPr>
          </a:lstStyle>
          <a:p>
            <a:pPr lvl="0"/>
            <a:r>
              <a:rPr lang="es-CO" dirty="0"/>
              <a:t>TÍTULO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66A0FDB0-4F64-2771-D453-6DAE0010D5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57028" y="3611881"/>
            <a:ext cx="2070463" cy="46972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  <a:latin typeface="Montserrat ExtraBold" pitchFamily="2" charset="0"/>
              </a:defRPr>
            </a:lvl1pPr>
          </a:lstStyle>
          <a:p>
            <a:pPr lvl="0"/>
            <a:r>
              <a:rPr lang="es-CO" dirty="0"/>
              <a:t>TÍTULO</a:t>
            </a:r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5949453A-C3B4-609C-0BC6-6492388BA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08253" y="3611881"/>
            <a:ext cx="2070847" cy="46972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1"/>
                </a:solidFill>
                <a:latin typeface="Montserrat ExtraBold" pitchFamily="2" charset="0"/>
              </a:defRPr>
            </a:lvl1pPr>
          </a:lstStyle>
          <a:p>
            <a:pPr lvl="0"/>
            <a:r>
              <a:rPr lang="es-CO" dirty="0"/>
              <a:t>TÍTULO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E91063D8-FA91-BA08-934A-F003C88940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06550" y="4219126"/>
            <a:ext cx="2070100" cy="116277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2" name="Marcador de texto 20">
            <a:extLst>
              <a:ext uri="{FF2B5EF4-FFF2-40B4-BE49-F238E27FC236}">
                <a16:creationId xmlns:a16="http://schemas.microsoft.com/office/drawing/2014/main" id="{A9B0E546-3BAB-BA52-7D9B-B613E0008B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57028" y="4219126"/>
            <a:ext cx="2070100" cy="116277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23" name="Marcador de texto 20">
            <a:extLst>
              <a:ext uri="{FF2B5EF4-FFF2-40B4-BE49-F238E27FC236}">
                <a16:creationId xmlns:a16="http://schemas.microsoft.com/office/drawing/2014/main" id="{0F05236B-893A-711A-103F-55518A2FE4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507506" y="4219126"/>
            <a:ext cx="2070100" cy="1162777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1BF6172-7077-C6D8-7F4F-49A93416031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07506" y="1253715"/>
            <a:ext cx="2070845" cy="1992404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4" name="Marcador de posición de imagen 2">
            <a:extLst>
              <a:ext uri="{FF2B5EF4-FFF2-40B4-BE49-F238E27FC236}">
                <a16:creationId xmlns:a16="http://schemas.microsoft.com/office/drawing/2014/main" id="{262EB153-E608-0581-1431-7A186B3E307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056283" y="1253715"/>
            <a:ext cx="2070845" cy="1992404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E75F0396-9E72-F687-D010-E1CB784C77F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05060" y="1253715"/>
            <a:ext cx="2070845" cy="1992404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8617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(Imagen, frase énfasis y párraf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sologo Cementos Tequendama">
            <a:extLst>
              <a:ext uri="{FF2B5EF4-FFF2-40B4-BE49-F238E27FC236}">
                <a16:creationId xmlns:a16="http://schemas.microsoft.com/office/drawing/2014/main" id="{13055654-D579-6719-42D2-4AA1BB437B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4" y="6028376"/>
            <a:ext cx="2056621" cy="361198"/>
          </a:xfrm>
          <a:prstGeom prst="rect">
            <a:avLst/>
          </a:prstGeom>
        </p:spPr>
      </p:pic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269B5CB2-4CB7-4206-B8A9-A35B396A91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42900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CC53B8EB-DBC1-32A3-8514-713B6A13C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00154" y="3622972"/>
            <a:ext cx="7172372" cy="485298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s-CO" dirty="0"/>
              <a:t>Título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EBC43631-A55A-E3BB-F084-C05108BA0C4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87501" y="4318000"/>
            <a:ext cx="7185025" cy="154781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11" name="Imagen 10" descr="Forma&#10;&#10;El contenido generado por IA puede ser incorrecto.">
            <a:extLst>
              <a:ext uri="{FF2B5EF4-FFF2-40B4-BE49-F238E27FC236}">
                <a16:creationId xmlns:a16="http://schemas.microsoft.com/office/drawing/2014/main" id="{3595DC37-5256-1FA5-4861-2B34B5FBDB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225" y="2788919"/>
            <a:ext cx="583689" cy="737067"/>
          </a:xfrm>
          <a:prstGeom prst="rect">
            <a:avLst/>
          </a:prstGeom>
        </p:spPr>
      </p:pic>
      <p:pic>
        <p:nvPicPr>
          <p:cNvPr id="12" name="Imagen 11" descr="Forma&#10;&#10;El contenido generado por IA puede ser incorrecto.">
            <a:extLst>
              <a:ext uri="{FF2B5EF4-FFF2-40B4-BE49-F238E27FC236}">
                <a16:creationId xmlns:a16="http://schemas.microsoft.com/office/drawing/2014/main" id="{5F6F3104-8326-E7DA-61FA-D828123CD9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86206" y="4191129"/>
            <a:ext cx="583689" cy="737067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7CDBE975-CEEC-C140-5A1B-626FF0A202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8050" y="3063241"/>
            <a:ext cx="2531801" cy="1597426"/>
          </a:xfrm>
          <a:solidFill>
            <a:schemeClr val="bg1"/>
          </a:soli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44231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(Texto-gráfic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851006D8-3B89-44A3-C13B-F0644C278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565" y="711199"/>
            <a:ext cx="5190716" cy="692967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s-CO" dirty="0"/>
              <a:t>Título</a:t>
            </a:r>
          </a:p>
        </p:txBody>
      </p:sp>
      <p:pic>
        <p:nvPicPr>
          <p:cNvPr id="11" name="Imagen 10" descr="Isologo Cementos Tequendama">
            <a:extLst>
              <a:ext uri="{FF2B5EF4-FFF2-40B4-BE49-F238E27FC236}">
                <a16:creationId xmlns:a16="http://schemas.microsoft.com/office/drawing/2014/main" id="{CFC0E266-A374-0BFB-8014-50C00C89A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4" y="6028376"/>
            <a:ext cx="2056621" cy="361198"/>
          </a:xfrm>
          <a:prstGeom prst="rect">
            <a:avLst/>
          </a:prstGeom>
        </p:spPr>
      </p:pic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D7850083-431D-ECBA-16FF-8403816FF6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0565" y="1718128"/>
            <a:ext cx="5190716" cy="41211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 dirty="0"/>
          </a:p>
        </p:txBody>
      </p:sp>
      <p:sp>
        <p:nvSpPr>
          <p:cNvPr id="3" name="Marcador de gráfico 2">
            <a:extLst>
              <a:ext uri="{FF2B5EF4-FFF2-40B4-BE49-F238E27FC236}">
                <a16:creationId xmlns:a16="http://schemas.microsoft.com/office/drawing/2014/main" id="{7EAEFA62-BF0F-8D4C-0960-15D97314964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329363" y="711200"/>
            <a:ext cx="5356225" cy="5127625"/>
          </a:xfr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17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(Texto-gráficas) OP.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851006D8-3B89-44A3-C13B-F0644C278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0564" y="711199"/>
            <a:ext cx="7901731" cy="692967"/>
          </a:xfrm>
        </p:spPr>
        <p:txBody>
          <a:bodyPr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s-CO" dirty="0"/>
              <a:t>Título</a:t>
            </a:r>
          </a:p>
        </p:txBody>
      </p:sp>
      <p:pic>
        <p:nvPicPr>
          <p:cNvPr id="11" name="Imagen 10" descr="Isologo Cementos Tequendama">
            <a:extLst>
              <a:ext uri="{FF2B5EF4-FFF2-40B4-BE49-F238E27FC236}">
                <a16:creationId xmlns:a16="http://schemas.microsoft.com/office/drawing/2014/main" id="{CFC0E266-A374-0BFB-8014-50C00C89A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494" y="6028376"/>
            <a:ext cx="2056621" cy="361198"/>
          </a:xfrm>
          <a:prstGeom prst="rect">
            <a:avLst/>
          </a:prstGeom>
        </p:spPr>
      </p:pic>
      <p:sp>
        <p:nvSpPr>
          <p:cNvPr id="3" name="Marcador de gráfico 2">
            <a:extLst>
              <a:ext uri="{FF2B5EF4-FFF2-40B4-BE49-F238E27FC236}">
                <a16:creationId xmlns:a16="http://schemas.microsoft.com/office/drawing/2014/main" id="{7EAEFA62-BF0F-8D4C-0960-15D97314964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680565" y="1567543"/>
            <a:ext cx="7901732" cy="4258219"/>
          </a:xfrm>
        </p:spPr>
        <p:txBody>
          <a:bodyPr/>
          <a:lstStyle/>
          <a:p>
            <a:r>
              <a:rPr lang="es-ES"/>
              <a:t>Haga clic en el icono para agregar un gráfico</a:t>
            </a:r>
            <a:endParaRPr lang="es-CO"/>
          </a:p>
        </p:txBody>
      </p:sp>
      <p:pic>
        <p:nvPicPr>
          <p:cNvPr id="2" name="Imagen 1" descr="Forma&#10;&#10;El contenido generado por IA puede ser incorrecto.">
            <a:extLst>
              <a:ext uri="{FF2B5EF4-FFF2-40B4-BE49-F238E27FC236}">
                <a16:creationId xmlns:a16="http://schemas.microsoft.com/office/drawing/2014/main" id="{97A80AA5-7828-0770-DAD7-340E00F2CF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660" y="2429691"/>
            <a:ext cx="583689" cy="737067"/>
          </a:xfrm>
          <a:prstGeom prst="rect">
            <a:avLst/>
          </a:prstGeom>
        </p:spPr>
      </p:pic>
      <p:pic>
        <p:nvPicPr>
          <p:cNvPr id="4" name="Imagen 3" descr="Forma&#10;&#10;El contenido generado por IA puede ser incorrecto.">
            <a:extLst>
              <a:ext uri="{FF2B5EF4-FFF2-40B4-BE49-F238E27FC236}">
                <a16:creationId xmlns:a16="http://schemas.microsoft.com/office/drawing/2014/main" id="{1BF731D5-79A7-6952-4064-BFE959532B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8769641" y="3831901"/>
            <a:ext cx="583689" cy="737067"/>
          </a:xfrm>
          <a:prstGeom prst="rect">
            <a:avLst/>
          </a:prstGeom>
        </p:spPr>
      </p:pic>
      <p:sp>
        <p:nvSpPr>
          <p:cNvPr id="5" name="Marcador de texto 14">
            <a:extLst>
              <a:ext uri="{FF2B5EF4-FFF2-40B4-BE49-F238E27FC236}">
                <a16:creationId xmlns:a16="http://schemas.microsoft.com/office/drawing/2014/main" id="{78110DE8-6FD3-7C30-421D-F2C78B9C4E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61485" y="2704013"/>
            <a:ext cx="2531801" cy="1597426"/>
          </a:xfrm>
          <a:noFill/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>
              <a:buNone/>
              <a:defRPr/>
            </a:lvl2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4212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OP.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Texto, Isologo Tequendama">
            <a:extLst>
              <a:ext uri="{FF2B5EF4-FFF2-40B4-BE49-F238E27FC236}">
                <a16:creationId xmlns:a16="http://schemas.microsoft.com/office/drawing/2014/main" id="{9437BADD-6C83-80C9-6BF2-13CA2D38F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728" y="1286692"/>
            <a:ext cx="2998544" cy="2083250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EF47933-2B99-A7FB-F171-B46499EBD2CB}"/>
              </a:ext>
            </a:extLst>
          </p:cNvPr>
          <p:cNvCxnSpPr/>
          <p:nvPr userDrawn="1"/>
        </p:nvCxnSpPr>
        <p:spPr>
          <a:xfrm>
            <a:off x="3788229" y="3559629"/>
            <a:ext cx="463731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ítulo 13">
            <a:extLst>
              <a:ext uri="{FF2B5EF4-FFF2-40B4-BE49-F238E27FC236}">
                <a16:creationId xmlns:a16="http://schemas.microsoft.com/office/drawing/2014/main" id="{5EF10D02-AE20-6EB9-756D-E4F14D4594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228" y="3872862"/>
            <a:ext cx="4637315" cy="633823"/>
          </a:xfrm>
        </p:spPr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Gracias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2230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OP.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, Logotipo&#10;&#10;El contenido generado por IA puede ser incorrecto.">
            <a:extLst>
              <a:ext uri="{FF2B5EF4-FFF2-40B4-BE49-F238E27FC236}">
                <a16:creationId xmlns:a16="http://schemas.microsoft.com/office/drawing/2014/main" id="{0B2374F6-91B0-F23C-11C7-B9A463E98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466" y="1311796"/>
            <a:ext cx="2777068" cy="2033041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EF47933-2B99-A7FB-F171-B46499EBD2CB}"/>
              </a:ext>
            </a:extLst>
          </p:cNvPr>
          <p:cNvCxnSpPr/>
          <p:nvPr userDrawn="1"/>
        </p:nvCxnSpPr>
        <p:spPr>
          <a:xfrm>
            <a:off x="3788229" y="3559629"/>
            <a:ext cx="46373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ítulo 13">
            <a:extLst>
              <a:ext uri="{FF2B5EF4-FFF2-40B4-BE49-F238E27FC236}">
                <a16:creationId xmlns:a16="http://schemas.microsoft.com/office/drawing/2014/main" id="{5EF10D02-AE20-6EB9-756D-E4F14D4594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228" y="3872862"/>
            <a:ext cx="4637315" cy="633823"/>
          </a:xfrm>
        </p:spPr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Gracias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500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C3F83AD-378F-C499-F2EE-1A0D7826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2D402C-0D93-C676-9041-D95DDE349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1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0" r:id="rId2"/>
    <p:sldLayoutId id="2147483650" r:id="rId3"/>
    <p:sldLayoutId id="2147483661" r:id="rId4"/>
    <p:sldLayoutId id="2147483651" r:id="rId5"/>
    <p:sldLayoutId id="2147483662" r:id="rId6"/>
    <p:sldLayoutId id="2147483652" r:id="rId7"/>
    <p:sldLayoutId id="2147483653" r:id="rId8"/>
    <p:sldLayoutId id="2147483654" r:id="rId9"/>
    <p:sldLayoutId id="2147483663" r:id="rId10"/>
    <p:sldLayoutId id="2147483655" r:id="rId11"/>
    <p:sldLayoutId id="2147483664" r:id="rId12"/>
    <p:sldLayoutId id="2147483665" r:id="rId13"/>
    <p:sldLayoutId id="2147483657" r:id="rId14"/>
    <p:sldLayoutId id="214748366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bit.ly/47XvKyv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9CC878-39E3-EFED-4EBD-B41F6B3BAD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/>
              <a:t>Tecnología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4073C1-EBDA-658F-9ADE-E4492A7DDC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CO"/>
              <a:t>Jorge Vargas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4A4F20-5A03-1690-E406-FE4EA460FC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s-CO"/>
              <a:t>19-03-2026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31CABD0-27EC-A5CD-A7F0-DF5A1E7609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s-CO"/>
              <a:t>Bogotá D.C.</a:t>
            </a:r>
          </a:p>
        </p:txBody>
      </p:sp>
    </p:spTree>
    <p:extLst>
      <p:ext uri="{BB962C8B-B14F-4D97-AF65-F5344CB8AC3E}">
        <p14:creationId xmlns:p14="http://schemas.microsoft.com/office/powerpoint/2010/main" val="293955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80EB70F-377E-A24C-D4E9-040CD1A149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F60C7B-8B9C-FB02-12A6-9314362EF7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D8A5129-BC47-BA7B-A8FE-0BFB237A6D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F6068-A337-9848-13B8-A09C449C7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3DECC4-4DBB-D897-CA27-78E5A108CD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81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8C4A1-5786-131E-E3E1-A550C02C3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0081"/>
            <a:ext cx="10515599" cy="822960"/>
          </a:xfrm>
        </p:spPr>
        <p:txBody>
          <a:bodyPr>
            <a:normAutofit/>
          </a:bodyPr>
          <a:lstStyle/>
          <a:p>
            <a:pPr algn="l"/>
            <a:r>
              <a:rPr lang="es-CO" sz="3600" dirty="0"/>
              <a:t>Elementos gráficos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E4A171-FAA0-EEF6-5B7B-5CA53158D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034" y="1463041"/>
            <a:ext cx="2723962" cy="101985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B22FC33-D1C1-123B-1DCE-D4604880E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378" y="1463041"/>
            <a:ext cx="2775656" cy="103920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7EF657C6-E680-3A2D-BAAC-C640065E3ED7}"/>
              </a:ext>
            </a:extLst>
          </p:cNvPr>
          <p:cNvSpPr txBox="1"/>
          <p:nvPr/>
        </p:nvSpPr>
        <p:spPr>
          <a:xfrm>
            <a:off x="838200" y="2537516"/>
            <a:ext cx="459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Logo con y sin slogan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7F587E7-BC13-9928-EEE3-AF6387730F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3236864"/>
            <a:ext cx="2089658" cy="266449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DF03AB7-A002-4F24-44DE-33318CDE96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340644" y="3236864"/>
            <a:ext cx="2089658" cy="266449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10C0754-8315-F24C-100E-2E2030117737}"/>
              </a:ext>
            </a:extLst>
          </p:cNvPr>
          <p:cNvSpPr txBox="1"/>
          <p:nvPr/>
        </p:nvSpPr>
        <p:spPr>
          <a:xfrm>
            <a:off x="1359408" y="6033253"/>
            <a:ext cx="459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Elementos gráficos de apoyo 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0B51682-717A-105F-D67B-30E4A881B3AC}"/>
              </a:ext>
            </a:extLst>
          </p:cNvPr>
          <p:cNvSpPr/>
          <p:nvPr/>
        </p:nvSpPr>
        <p:spPr>
          <a:xfrm>
            <a:off x="6096000" y="3969725"/>
            <a:ext cx="1761482" cy="17614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64CF871-80BE-266E-5BA9-06212E96B3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157175" y="4737145"/>
            <a:ext cx="574411" cy="73242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E433DB-9D8B-87A1-2387-4C03F37BE3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465" y="4092016"/>
            <a:ext cx="574411" cy="73242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C45CCD9-6103-E4F1-5735-0319963B4D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939" y="1106425"/>
            <a:ext cx="2542027" cy="159669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7612B6D-C880-E10F-D409-6B5C3586A3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166" y="1055139"/>
            <a:ext cx="2846993" cy="162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13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C8E3A-84FD-1823-5C8E-CE502B06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CF0D-B6CA-F2B0-6DC4-FEA22C1137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801B-3EDD-F19E-A43B-445B5CA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5197"/>
            <a:ext cx="10515599" cy="1584960"/>
          </a:xfrm>
        </p:spPr>
        <p:txBody>
          <a:bodyPr>
            <a:normAutofit fontScale="90000"/>
          </a:bodyPr>
          <a:lstStyle/>
          <a:p>
            <a:br>
              <a:rPr lang="en-US" sz="6000" dirty="0">
                <a:solidFill>
                  <a:srgbClr val="000000"/>
                </a:solidFill>
                <a:latin typeface="Aptos Display"/>
              </a:rPr>
            </a:br>
            <a:r>
              <a:rPr lang="en-US" sz="6000">
                <a:solidFill>
                  <a:srgbClr val="000000"/>
                </a:solidFill>
                <a:latin typeface="Aptos Display"/>
              </a:rPr>
              <a:t>Cuadro </a:t>
            </a:r>
            <a:r>
              <a:rPr lang="en-US" sz="6000" dirty="0" err="1">
                <a:solidFill>
                  <a:srgbClr val="000000"/>
                </a:solidFill>
                <a:latin typeface="Aptos Display"/>
              </a:rPr>
              <a:t>Comparativo</a:t>
            </a:r>
            <a:r>
              <a:rPr lang="en-US" sz="6000" dirty="0">
                <a:solidFill>
                  <a:srgbClr val="000000"/>
                </a:solidFill>
                <a:latin typeface="Aptos Display"/>
              </a:rPr>
              <a:t> </a:t>
            </a:r>
            <a:r>
              <a:rPr lang="en-US" sz="6000" dirty="0" err="1">
                <a:solidFill>
                  <a:srgbClr val="000000"/>
                </a:solidFill>
                <a:latin typeface="Aptos Display"/>
              </a:rPr>
              <a:t>Solución</a:t>
            </a:r>
            <a:r>
              <a:rPr lang="en-US" sz="6000" dirty="0">
                <a:solidFill>
                  <a:srgbClr val="000000"/>
                </a:solidFill>
                <a:latin typeface="Aptos Display"/>
              </a:rPr>
              <a:t> S.A.C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5A728-C3B2-CD0A-96E2-46034659EE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689268"/>
            <a:ext cx="10515600" cy="18098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i="1" dirty="0">
                <a:solidFill>
                  <a:srgbClr val="000000"/>
                </a:solidFill>
                <a:latin typeface="Aptos"/>
                <a:hlinkClick r:id="rId2"/>
              </a:rPr>
              <a:t>https://bit.ly/47XvKyv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35110"/>
      </p:ext>
    </p:extLst>
  </p:cSld>
  <p:clrMapOvr>
    <a:masterClrMapping/>
  </p:clrMapOvr>
</p:sld>
</file>

<file path=ppt/theme/theme1.xml><?xml version="1.0" encoding="utf-8"?>
<a:theme xmlns:a="http://schemas.openxmlformats.org/drawingml/2006/main" name="Diapositiva Tabla Contenidos OP. 1">
  <a:themeElements>
    <a:clrScheme name="Personalizado 1">
      <a:dk1>
        <a:srgbClr val="3C3C3C"/>
      </a:dk1>
      <a:lt1>
        <a:sysClr val="window" lastClr="FFFFFF"/>
      </a:lt1>
      <a:dk2>
        <a:srgbClr val="3C3C3C"/>
      </a:dk2>
      <a:lt2>
        <a:srgbClr val="E8E8E8"/>
      </a:lt2>
      <a:accent1>
        <a:srgbClr val="EF3340"/>
      </a:accent1>
      <a:accent2>
        <a:srgbClr val="3C3C3C"/>
      </a:accent2>
      <a:accent3>
        <a:srgbClr val="C8C8C8"/>
      </a:accent3>
      <a:accent4>
        <a:srgbClr val="D7C8B2"/>
      </a:accent4>
      <a:accent5>
        <a:srgbClr val="FBEEDB"/>
      </a:accent5>
      <a:accent6>
        <a:srgbClr val="91011A"/>
      </a:accent6>
      <a:hlink>
        <a:srgbClr val="EF3340"/>
      </a:hlink>
      <a:folHlink>
        <a:srgbClr val="C8C8C8"/>
      </a:folHlink>
    </a:clrScheme>
    <a:fontScheme name="Cementos Tequendama">
      <a:majorFont>
        <a:latin typeface="Montserrat ExtraBold"/>
        <a:ea typeface=""/>
        <a:cs typeface=""/>
      </a:majorFont>
      <a:minorFont>
        <a:latin typeface="Montserrat Extra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lantilla Presentaciones Cementos Tequendama" id="{ECA18227-6B1F-4E1D-AD9E-175B2C5CE9E2}" vid="{78807E6F-CB9D-41FB-BA0C-09AED04EA6C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Presentaciones Cementos Tequendama</Template>
  <TotalTime>2</TotalTime>
  <Words>11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Diapositiva Tabla Contenidos OP. 1</vt:lpstr>
      <vt:lpstr>Tecnología 2026</vt:lpstr>
      <vt:lpstr>PowerPoint Presentation</vt:lpstr>
      <vt:lpstr>Elementos gráficos</vt:lpstr>
      <vt:lpstr>PowerPoint Presentation</vt:lpstr>
      <vt:lpstr> Cuadro Comparativo Solución S.A.C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Lizeth Lorena Carranza Vargas</dc:creator>
  <cp:lastModifiedBy>Lizeth Lorena Carranza Vargas</cp:lastModifiedBy>
  <cp:revision>16</cp:revision>
  <dcterms:created xsi:type="dcterms:W3CDTF">2026-03-05T19:37:19Z</dcterms:created>
  <dcterms:modified xsi:type="dcterms:W3CDTF">2026-03-19T15:48:25Z</dcterms:modified>
</cp:coreProperties>
</file>